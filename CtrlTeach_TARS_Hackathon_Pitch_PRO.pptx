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566928"/>
            <a:ext cx="1508760" cy="32918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1435607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Hackathon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566928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"/>
              </a:rPr>
              <a:t>Ctrl+Teach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83664"/>
            <a:ext cx="548640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600" b="1">
                <a:solidFill>
                  <a:srgbClr val="22D3EE"/>
                </a:solidFill>
                <a:latin typeface="Aptos"/>
              </a:rPr>
              <a:t>Meet TARS.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33472"/>
            <a:ext cx="5440680" cy="8229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900" b="0">
                <a:solidFill>
                  <a:srgbClr val="DDEBFF"/>
                </a:solidFill>
                <a:latin typeface="Aptos"/>
              </a:rPr>
              <a:t>The AI tutor that lives next to your cursor and helps while you actually use real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005072"/>
            <a:ext cx="5166360" cy="100584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24528"/>
            <a:ext cx="47548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FF7ED"/>
                </a:solidFill>
                <a:latin typeface="Aptos"/>
              </a:rPr>
              <a:t>Yes, we generate courses on demand. But that’s becoming the usual part.
The unusual part is the tutor we ship with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987552"/>
            <a:ext cx="5120640" cy="41605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ws_tars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5120640" cy="41605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03720" y="5376672"/>
            <a:ext cx="41148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5564124"/>
            <a:ext cx="36576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Screenshot slot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5875020"/>
            <a:ext cx="3419856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tos"/>
              </a:rPr>
              <a:t>Replace with TARS next to cursor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ptos"/>
              </a:rPr>
              <a:t>Cprime has always been about learning. The delivery model is the part that needs to evolve.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393192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300" b="1">
                <a:solidFill>
                  <a:srgbClr val="64748B"/>
                </a:solidFill>
                <a:latin typeface="Aptos"/>
              </a:rPr>
              <a:t>From trainer-led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874519"/>
            <a:ext cx="393192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300" b="1">
                <a:solidFill>
                  <a:srgbClr val="2563EB"/>
                </a:solidFill>
                <a:latin typeface="Aptos"/>
              </a:rPr>
              <a:t>to a tutor-led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14600"/>
            <a:ext cx="41605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2935224"/>
            <a:ext cx="118872" cy="118872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9304" y="2862072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ptos"/>
              </a:rPr>
              <a:t>Scheduled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374136"/>
            <a:ext cx="118872" cy="118872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9304" y="3300984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ptos"/>
              </a:rPr>
              <a:t>Human trainers repeat the same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813047"/>
            <a:ext cx="118872" cy="118872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9304" y="3739896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ptos"/>
              </a:rPr>
              <a:t>Static slides/videos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251959"/>
            <a:ext cx="118872" cy="118872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9304" y="4178808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ptos"/>
              </a:rPr>
              <a:t>Learners get stuck after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5272" y="3182112"/>
            <a:ext cx="731520" cy="5486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45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514600"/>
            <a:ext cx="45262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12280" y="2935224"/>
            <a:ext cx="118872" cy="1188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0024" y="2862072"/>
            <a:ext cx="355701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ptos"/>
              </a:rPr>
              <a:t>TARS stays beside every learner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3374136"/>
            <a:ext cx="118872" cy="1188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0024" y="3300984"/>
            <a:ext cx="355701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ptos"/>
              </a:rPr>
              <a:t>Guidance happens inside the real tool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3813047"/>
            <a:ext cx="118872" cy="1188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0024" y="3739896"/>
            <a:ext cx="355701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ptos"/>
              </a:rPr>
              <a:t>Courses + labs + live help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4251959"/>
            <a:ext cx="118872" cy="1188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0024" y="4178808"/>
            <a:ext cx="355701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ptos"/>
              </a:rPr>
              <a:t>Proof of completion, not just attendance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5623560"/>
            <a:ext cx="9372600" cy="594360"/>
          </a:xfrm>
          <a:prstGeom prst="round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5779008"/>
            <a:ext cx="90982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The course is content. TARS is the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The AWS moment everyone recognizes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ptos"/>
              </a:rPr>
              <a:t>Day one: create an EC2 instance and deploy the app. The trainer showed it once. Then the UI got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64208"/>
            <a:ext cx="374903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664208"/>
            <a:ext cx="73152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65376"/>
            <a:ext cx="3337559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Aptos"/>
              </a:rPr>
              <a:t>What happened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40864"/>
            <a:ext cx="3364991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We forgot which button to click, jumped between ChatGPT and AWS, and kept losing our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090672"/>
            <a:ext cx="374903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3090672"/>
            <a:ext cx="73152" cy="1508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91840"/>
            <a:ext cx="3337559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B7185"/>
                </a:solidFill>
                <a:latin typeface="Aptos"/>
              </a:rPr>
              <a:t>Why normal AI failed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67328"/>
            <a:ext cx="3364991" cy="68579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ChatGPT said the button was “top left,” but AWS had already changed the UI. The answer was technically plausible and practically useless.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828032"/>
            <a:ext cx="3749039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828032"/>
            <a:ext cx="73152" cy="1207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029200"/>
            <a:ext cx="3337559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The TARS 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504688"/>
            <a:ext cx="3364991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Hold Ctrl, point at the screen, ask naturally. TARS understands this exact screen and points to the right place.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6632" y="1591056"/>
            <a:ext cx="6355080" cy="4553712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ws_tars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17904"/>
            <a:ext cx="6355080" cy="45537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Meet TARS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ptos"/>
              </a:rPr>
              <a:t>Small, present, and right beside the cursor — more like a trainer than a chatbot.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438912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3749039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If the learner is lost: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2633472"/>
            <a:ext cx="118872" cy="1188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6736" y="2560320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20" b="0">
                <a:solidFill>
                  <a:srgbClr val="DDEBFF"/>
                </a:solidFill>
                <a:latin typeface="Aptos"/>
              </a:rPr>
              <a:t>hold Ctrl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3072384"/>
            <a:ext cx="118872" cy="1188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2999232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20" b="0">
                <a:solidFill>
                  <a:srgbClr val="DDEBFF"/>
                </a:solidFill>
                <a:latin typeface="Aptos"/>
              </a:rPr>
              <a:t>point, circle, or underline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3511296"/>
            <a:ext cx="118872" cy="1188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6736" y="3438144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20" b="0">
                <a:solidFill>
                  <a:srgbClr val="DDEBFF"/>
                </a:solidFill>
                <a:latin typeface="Aptos"/>
              </a:rPr>
              <a:t>ask out loud or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3950207"/>
            <a:ext cx="118872" cy="1188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6736" y="3877056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20" b="0">
                <a:solidFill>
                  <a:srgbClr val="DDEBFF"/>
                </a:solidFill>
                <a:latin typeface="Aptos"/>
              </a:rPr>
              <a:t>TARS answers in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8992" y="4754880"/>
            <a:ext cx="3566160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937760"/>
            <a:ext cx="338328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“Where do I click now?”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1600200"/>
            <a:ext cx="544068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3662172"/>
            <a:ext cx="49834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Screenshot: TARS beside cursor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3973068"/>
            <a:ext cx="4745736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tos"/>
              </a:rPr>
              <a:t>Drop your floating TARS UI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TARS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ptos"/>
              </a:rPr>
              <a:t>This is where it stops feeling like a normal AI assistant.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64208"/>
            <a:ext cx="4983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664208"/>
            <a:ext cx="73152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65376"/>
            <a:ext cx="4572000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Point at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40864"/>
            <a:ext cx="4599432" cy="475487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TARS can place the pointer exactly where the learner needs to look.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64208"/>
            <a:ext cx="4983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664208"/>
            <a:ext cx="73152" cy="12984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865376"/>
            <a:ext cx="4572000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Aptos"/>
              </a:rPr>
              <a:t>Draw over the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340864"/>
            <a:ext cx="4599432" cy="475487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It can sketch, underline, circle, and visually explain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447288"/>
            <a:ext cx="4983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3447288"/>
            <a:ext cx="73152" cy="12984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648456"/>
            <a:ext cx="4572000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8B5CF6"/>
                </a:solidFill>
                <a:latin typeface="Aptos"/>
              </a:rPr>
              <a:t>Circle-to-ask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123944"/>
            <a:ext cx="4599432" cy="475487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Learner marks any region with Ctrl and TARS understands what they mean.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447288"/>
            <a:ext cx="4983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3447288"/>
            <a:ext cx="73152" cy="12984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648456"/>
            <a:ext cx="4572000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2C55E"/>
                </a:solidFill>
                <a:latin typeface="Aptos"/>
              </a:rPr>
              <a:t>Take browser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4123944"/>
            <a:ext cx="4599432" cy="475487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Scroll, switch tabs, navigate pages, and help through multi-step labs.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486400"/>
            <a:ext cx="1051560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5719572"/>
            <a:ext cx="100584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Screenshot strip: pointing / drawing / circle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6030468"/>
            <a:ext cx="9820656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tos"/>
              </a:rPr>
              <a:t>Add 3 product screenshots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The Ctrl gesture is the magic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ptos"/>
              </a:rPr>
              <a:t>Instead of describing the UI in words, the learner can simply refer to the screen.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00200"/>
            <a:ext cx="4800600" cy="4526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023360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22D3EE"/>
                </a:solidFill>
                <a:latin typeface="Aptos"/>
              </a:rPr>
              <a:t>Hold Ctrl +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50592"/>
            <a:ext cx="4069080" cy="8046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TARS sees the region you mean, grounds it to screen coordinates, and explains the exact next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675887"/>
            <a:ext cx="384048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Why it matters: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215383"/>
            <a:ext cx="118872" cy="1188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4142232"/>
            <a:ext cx="360273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DDEBFF"/>
                </a:solidFill>
                <a:latin typeface="Aptos"/>
              </a:rPr>
              <a:t>No screenshot upload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654295"/>
            <a:ext cx="118872" cy="1188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5024" y="4581144"/>
            <a:ext cx="360273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DDEBFF"/>
                </a:solidFill>
                <a:latin typeface="Aptos"/>
              </a:rPr>
              <a:t>No stale “top left button” advice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093207"/>
            <a:ext cx="118872" cy="1188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5024" y="5020056"/>
            <a:ext cx="360273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DDEBFF"/>
                </a:solidFill>
                <a:latin typeface="Aptos"/>
              </a:rPr>
              <a:t>No guessing what the learner meant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00200"/>
            <a:ext cx="498348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62172"/>
            <a:ext cx="45262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Screenshot: Ctrl trail / region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973068"/>
            <a:ext cx="4288536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tos"/>
              </a:rPr>
              <a:t>Show the fading trail + selected area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Real browser labs, right after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ptos"/>
              </a:rPr>
              <a:t>If the lesson is about a real web platform, we let the learner practice in the real 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581912"/>
            <a:ext cx="6035040" cy="43434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b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08760"/>
            <a:ext cx="6035040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627632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0" y="1627632"/>
            <a:ext cx="73152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51775" y="1828800"/>
            <a:ext cx="3749039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Aptos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2304288"/>
            <a:ext cx="3776472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AWS lesson → open AWS Console → create EC2 → deploy app → verify cleanup.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127248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3127248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51775" y="3328416"/>
            <a:ext cx="3749039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TARS watches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775" y="3803904"/>
            <a:ext cx="3776472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It can guide the learner, track evidence, and send proof back to the backend.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4626864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0" y="4626864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4828031"/>
            <a:ext cx="3749039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2C55E"/>
                </a:solidFill>
                <a:latin typeface="Aptos"/>
              </a:rPr>
              <a:t>Completion means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775" y="5303520"/>
            <a:ext cx="3776472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ptos"/>
              </a:rPr>
              <a:t>The lab is only complete after the task is correct and cleanup steps are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Two modes: normal study and Live Classroom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ptos"/>
              </a:rPr>
              <a:t>Cprime already does live classrooms with humans. This brings that feeling into the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72768"/>
            <a:ext cx="28803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37744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100" b="1">
                <a:solidFill>
                  <a:srgbClr val="2563EB"/>
                </a:solidFill>
                <a:latin typeface="Aptos"/>
              </a:rPr>
              <a:t>Regular text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78608"/>
            <a:ext cx="233172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450" b="0">
                <a:solidFill>
                  <a:srgbClr val="334155"/>
                </a:solidFill>
                <a:latin typeface="Aptos"/>
              </a:rPr>
              <a:t>For course reading, summaries, quizzes, and quick 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931920"/>
            <a:ext cx="23317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ptos"/>
              </a:rPr>
              <a:t>Best when the learner wants to understand.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0791" y="1609344"/>
            <a:ext cx="7178040" cy="452628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assroom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536192"/>
            <a:ext cx="7178040" cy="4526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36992" y="6281928"/>
            <a:ext cx="2514600" cy="32918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7" y="6318504"/>
            <a:ext cx="24414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Live Classroom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It’s not just help — it’s measurable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ptos"/>
              </a:rPr>
              <a:t>Every lab can produce evidence that the learner actually completed the task.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38528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44168" y="2212848"/>
            <a:ext cx="868680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4752" y="2359152"/>
            <a:ext cx="68580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73552"/>
            <a:ext cx="1874519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93592"/>
            <a:ext cx="1828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Aptos"/>
              </a:rPr>
              <a:t>Learner studies the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606040"/>
            <a:ext cx="411480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30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1938528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15384" y="2212848"/>
            <a:ext cx="868680" cy="8686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2359152"/>
            <a:ext cx="68580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273552"/>
            <a:ext cx="1874519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F97316"/>
                </a:solidFill>
                <a:latin typeface="Aptos"/>
              </a:rPr>
              <a:t>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593592"/>
            <a:ext cx="1828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Aptos"/>
              </a:rPr>
              <a:t>Opens the real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2606040"/>
            <a:ext cx="411480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30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38528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86600" y="2212848"/>
            <a:ext cx="868680" cy="8686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87184" y="2359152"/>
            <a:ext cx="68580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73552"/>
            <a:ext cx="1874519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8B5CF6"/>
                </a:solidFill>
                <a:latin typeface="Aptos"/>
              </a:rPr>
              <a:t>TARS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593592"/>
            <a:ext cx="1828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Aptos"/>
              </a:rPr>
              <a:t>Guides + observes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2606040"/>
            <a:ext cx="411480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30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72016" y="1938528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57816" y="2212848"/>
            <a:ext cx="868680" cy="8686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2359152"/>
            <a:ext cx="68580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3273552"/>
            <a:ext cx="1874519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Aptos"/>
              </a:rP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4" y="3593592"/>
            <a:ext cx="1828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Aptos"/>
              </a:rPr>
              <a:t>Verifies task + cleanup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5047488"/>
            <a:ext cx="10195560" cy="658368"/>
          </a:xfrm>
          <a:prstGeom prst="round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230368"/>
            <a:ext cx="992124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For enterprise training, this turns “attendance” into actual proof of skill.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Why this is a big deal for Cprime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ptos"/>
              </a:rPr>
              <a:t>A scalable learning product that still feels human.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91640"/>
            <a:ext cx="4983480" cy="12984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56816"/>
            <a:ext cx="448056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900" b="1">
                <a:solidFill>
                  <a:srgbClr val="22C55E"/>
                </a:solidFill>
                <a:latin typeface="Aptos"/>
              </a:rPr>
              <a:t>Lower delivery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95728"/>
            <a:ext cx="443484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DDEBFF"/>
                </a:solidFill>
                <a:latin typeface="Aptos"/>
              </a:rPr>
              <a:t>One tutor can support many learners at 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91640"/>
            <a:ext cx="4983480" cy="12984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8816" y="1956816"/>
            <a:ext cx="448056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900" b="1">
                <a:solidFill>
                  <a:srgbClr val="22D3EE"/>
                </a:solidFill>
                <a:latin typeface="Aptos"/>
              </a:rPr>
              <a:t>Faster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2395728"/>
            <a:ext cx="443484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DDEBFF"/>
                </a:solidFill>
                <a:latin typeface="Aptos"/>
              </a:rPr>
              <a:t>New tools and UI changes can be handled immediately.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520440"/>
            <a:ext cx="4983480" cy="12984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785616"/>
            <a:ext cx="448056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900" b="1">
                <a:solidFill>
                  <a:srgbClr val="F97316"/>
                </a:solidFill>
                <a:latin typeface="Aptos"/>
              </a:rPr>
              <a:t>More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224528"/>
            <a:ext cx="443484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DDEBFF"/>
                </a:solidFill>
                <a:latin typeface="Aptos"/>
              </a:rPr>
              <a:t>Learners work in the actual platforms, not only slides.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3520440"/>
            <a:ext cx="4983480" cy="12984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3785616"/>
            <a:ext cx="448056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900" b="1">
                <a:solidFill>
                  <a:srgbClr val="8B5CF6"/>
                </a:solidFill>
                <a:latin typeface="Aptos"/>
              </a:rPr>
              <a:t>Higher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4224528"/>
            <a:ext cx="443484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DDEBFF"/>
                </a:solidFill>
                <a:latin typeface="Aptos"/>
              </a:rPr>
              <a:t>People remember more when help arrives exactly where they’re stuck.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650992"/>
            <a:ext cx="987552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TARS scales the feeling of having a trainer beside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Demo in 90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ptos"/>
              </a:rPr>
              <a:t>The AWS EC2 story makes the value obvious fast.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10512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71016" y="1993392"/>
            <a:ext cx="6400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62456" y="2112264"/>
            <a:ext cx="4572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88920"/>
            <a:ext cx="160020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250" b="1">
                <a:solidFill>
                  <a:srgbClr val="172033"/>
                </a:solidFill>
                <a:latin typeface="Aptos"/>
              </a:rPr>
              <a:t>Open EC2 lab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62656" y="1810512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75304" y="1993392"/>
            <a:ext cx="640080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112264"/>
            <a:ext cx="4572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2788920"/>
            <a:ext cx="160020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250" b="1">
                <a:solidFill>
                  <a:srgbClr val="172033"/>
                </a:solidFill>
                <a:latin typeface="Aptos"/>
              </a:rPr>
              <a:t>Learner gets stuck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6944" y="1810512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79592" y="1993392"/>
            <a:ext cx="640080" cy="6400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1" y="2112264"/>
            <a:ext cx="4572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2788920"/>
            <a:ext cx="160020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250" b="1">
                <a:solidFill>
                  <a:srgbClr val="172033"/>
                </a:solidFill>
                <a:latin typeface="Aptos"/>
              </a:rPr>
              <a:t>Hold Ctrl + 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2" y="1810512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83880" y="1993392"/>
            <a:ext cx="640080" cy="64008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112264"/>
            <a:ext cx="4572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2788920"/>
            <a:ext cx="160020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250" b="1">
                <a:solidFill>
                  <a:srgbClr val="172033"/>
                </a:solidFill>
                <a:latin typeface="Aptos"/>
              </a:rPr>
              <a:t>TARS points/draws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1810512"/>
            <a:ext cx="187451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488168" y="1993392"/>
            <a:ext cx="64008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79608" y="2112264"/>
            <a:ext cx="45720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2788920"/>
            <a:ext cx="160020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250" b="1">
                <a:solidFill>
                  <a:srgbClr val="172033"/>
                </a:solidFill>
                <a:latin typeface="Aptos"/>
              </a:rPr>
              <a:t>Task verified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069080"/>
            <a:ext cx="10287000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608576"/>
            <a:ext cx="98298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Screenshot / GIF strip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7592" y="4919472"/>
            <a:ext cx="9592056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tos"/>
              </a:rPr>
              <a:t>Drop your end-to-end demo sequence here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5989320"/>
            <a:ext cx="562356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28416" y="6025896"/>
            <a:ext cx="555040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The wow moment: TARS points to the exact AWS button.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365760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22D3EE"/>
                </a:solidFill>
                <a:latin typeface="Aptos"/>
              </a:rPr>
              <a:t>Ctrl+Teach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24128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Courses on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87168"/>
            <a:ext cx="1024128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A tutor that feels alive.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310128"/>
            <a:ext cx="973836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000" b="0">
                <a:solidFill>
                  <a:srgbClr val="CBD5E1"/>
                </a:solidFill>
                <a:latin typeface="Aptos"/>
              </a:rPr>
              <a:t>Training that happens where the work actually happens.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251960"/>
            <a:ext cx="598932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4713732"/>
            <a:ext cx="553212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Final product 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5024628"/>
            <a:ext cx="5294376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Aptos"/>
              </a:rPr>
              <a:t>Use your strongest TARS visual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5989320"/>
            <a:ext cx="2194560" cy="32918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0056" y="6025896"/>
            <a:ext cx="212140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Meet TARS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Ctrl+Teach — Meet TARS</dc:title>
  <dc:subject>Hackathon pitch deck</dc:subject>
  <dc:creator>Ctrl+Teach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